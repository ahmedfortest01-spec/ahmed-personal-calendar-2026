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6CC"/>
                </a:solidFill>
              </a:rPr>
              <a:t>كيف يغير الذكاء الاصطناعي حياتنا اليومية في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عرض تقديمي احترافي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مقدمة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الذكاء الاصطناعي أصبح جزءاً أساسياً من حياتنا اليومية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المساعدون الذكيون في كل مكان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السيارات ذاتية القيادة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الرعاية الصحية الذكية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المدن الذكية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1. المساعدون الذكيون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مساعدون يتفاعلون معنا طبيعياً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مساعد يفهم المشاعر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مساعدين شخصيين ذكيين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مساعد يعمل 24/7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2. الرعاية الصحية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تشخيص الأمراض بدقة عالية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رعاية صحية عن بُعد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أجهزة مراقبة صحية ذكية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أدوية مخصصة بالذكاء الاصطناعي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3. المواصلات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سيارات ذاتية القيادة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طائرات بدون طيار للتوصيل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مواصلات عامة ذكية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رحلات فضائية للسياح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4. التعليم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مدرسين ذكيين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تعلم تفاعلي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ترجمة لغات متعددة فوري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تقييم أداء ذكي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5. المنزل الذكي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أجهزة متصلة بالإنترنت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 توفير الطاقة الذكي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أمان متقدم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إضاءة وتبريد ذكي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6. العمل والأعمال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أتمتة المهام الروتينية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تحليل بيانات ضخم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قرارات أسرع وأدق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تواصل فوري عبر الترجمة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7. الترفيه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ألعاب ذكية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أفلام وصوت مخصص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موسيقى بالذكاء الاصطناعي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واقع افتراضي متقدم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8. التحديات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حماية الخصوصية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الأمان السيبراني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البطالة والتوظيف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أخلاقيات الذكاء الاصطناعي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9. مستقبل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ذكاء اصطناعي عام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روبوتات في كل مكان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مدن ذكية بالكامل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حياة أسهل وأكثر رفاهية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6CC"/>
                </a:solidFill>
              </a:rPr>
              <a:t>الخاتمة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الذكاء الاصطناعي ليس مجرد تقنية...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بل هو طريقة جديدة للعيش!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يغير الذكاء الاصطناعي حياتنا اليومية في 2026</dc:title>
  <dc:subject>PptxGenJS Presentation</dc:subject>
  <dc:creator>AI Presentation</dc:creator>
  <cp:lastModifiedBy>AI Presentation</cp:lastModifiedBy>
  <cp:revision>1</cp:revision>
  <dcterms:created xsi:type="dcterms:W3CDTF">2026-02-27T20:39:00Z</dcterms:created>
  <dcterms:modified xsi:type="dcterms:W3CDTF">2026-02-27T20:39:00Z</dcterms:modified>
</cp:coreProperties>
</file>